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114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B9-96C6-4343-A237-F93E65B4BCF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0410-EF6F-481C-ABB6-887EB91B5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167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B9-96C6-4343-A237-F93E65B4BCF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0410-EF6F-481C-ABB6-887EB91B5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74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B9-96C6-4343-A237-F93E65B4BCF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0410-EF6F-481C-ABB6-887EB91B5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726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B9-96C6-4343-A237-F93E65B4BCF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0410-EF6F-481C-ABB6-887EB91B5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479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B9-96C6-4343-A237-F93E65B4BCF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0410-EF6F-481C-ABB6-887EB91B5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685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B9-96C6-4343-A237-F93E65B4BCF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0410-EF6F-481C-ABB6-887EB91B5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962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B9-96C6-4343-A237-F93E65B4BCF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0410-EF6F-481C-ABB6-887EB91B5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28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B9-96C6-4343-A237-F93E65B4BCF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0410-EF6F-481C-ABB6-887EB91B5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186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B9-96C6-4343-A237-F93E65B4BCF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0410-EF6F-481C-ABB6-887EB91B5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112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B9-96C6-4343-A237-F93E65B4BCF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0410-EF6F-481C-ABB6-887EB91B5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094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B9-96C6-4343-A237-F93E65B4BCF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0410-EF6F-481C-ABB6-887EB91B5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03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861B9-96C6-4343-A237-F93E65B4BCF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F0410-EF6F-481C-ABB6-887EB91B5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02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Track the following interactions in Google tag manager https://glamloom.blogspot.com/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● Link clicks </a:t>
            </a:r>
          </a:p>
          <a:p>
            <a:pPr marL="0" indent="0">
              <a:buNone/>
            </a:pPr>
            <a:r>
              <a:rPr lang="en-US" sz="2400" dirty="0" smtClean="0"/>
              <a:t>● Page load </a:t>
            </a:r>
          </a:p>
          <a:p>
            <a:pPr marL="0" indent="0">
              <a:buNone/>
            </a:pPr>
            <a:r>
              <a:rPr lang="en-US" sz="2400" dirty="0" smtClean="0"/>
              <a:t>● Time (How long a visitor stayed on a particular page ) </a:t>
            </a:r>
          </a:p>
          <a:p>
            <a:pPr marL="0" indent="0">
              <a:buNone/>
            </a:pPr>
            <a:r>
              <a:rPr lang="en-US" sz="2400" dirty="0" smtClean="0"/>
              <a:t>● Button click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29044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7" name="Picture 3" descr="C:\Users\Admin\Pictures\Screenshots\Screenshot 2025-10-30 15390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0"/>
            <a:ext cx="9217024" cy="683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999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C:\Users\Admin\Pictures\Screenshots\Screenshot 2025-10-30 15400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0"/>
            <a:ext cx="8928992" cy="6786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234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C:\Users\Admin\Pictures\Screenshots\Screenshot 2025-10-30 15454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4" y="116632"/>
            <a:ext cx="8964488" cy="650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68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C:\Users\Admin\Pictures\Screenshots\Screenshot 2025-10-30 1546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7" y="0"/>
            <a:ext cx="910850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69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 descr="C:\Users\Admin\Pictures\Screenshots\Screenshot 2025-10-30 15472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16632"/>
            <a:ext cx="9144001" cy="6624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7148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 descr="C:\Users\Admin\Pictures\Screenshots\Screenshot 2025-10-30 15523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1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8510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 descr="C:\Users\Admin\Pictures\Screenshots\Screenshot 2025-10-30 16005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624"/>
            <a:ext cx="9144000" cy="681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71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 descr="C:\Users\Admin\Pictures\Screenshots\Screenshot 2025-10-30 1605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1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225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 descr="C:\Users\Admin\Pictures\Screenshots\Screenshot 2025-10-30 16054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80512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764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 descr="C:\Users\Admin\Pictures\Screenshots\Screenshot 2025-10-30 16062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11632" cy="681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476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266" name="Picture 2" descr="C:\Users\Admin\Pictures\Screenshots\Screenshot 2025-10-30 16065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625"/>
            <a:ext cx="9144000" cy="669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727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34</Words>
  <Application>Microsoft Office PowerPoint</Application>
  <PresentationFormat>On-screen Show (4:3)</PresentationFormat>
  <Paragraphs>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Track the following interactions in Google tag manager https://glamloom.blogspot.com/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the following interactions in Google tag manager https://glamloom.blogspot.com/</dc:title>
  <dc:creator>Admin</dc:creator>
  <cp:lastModifiedBy>Admin</cp:lastModifiedBy>
  <cp:revision>2</cp:revision>
  <dcterms:created xsi:type="dcterms:W3CDTF">2025-10-30T10:38:25Z</dcterms:created>
  <dcterms:modified xsi:type="dcterms:W3CDTF">2025-11-04T13:21:32Z</dcterms:modified>
</cp:coreProperties>
</file>